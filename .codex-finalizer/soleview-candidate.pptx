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5569843ba34ed5" /><Relationship Type="http://schemas.openxmlformats.org/officeDocument/2006/relationships/extended-properties" Target="/docProps/app.xml" Id="R2d20def9c0cc4999" /><Relationship Type="http://schemas.openxmlformats.org/officeDocument/2006/relationships/officeDocument" Target="/ppt/presentation.xml" Id="Re95cf279b5a848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fe6ac584714776"/>
  </p:sldMasterIdLst>
  <p:notesMasterIdLst>
    <p:notesMasterId xmlns:r="http://schemas.openxmlformats.org/officeDocument/2006/relationships" r:id="R98109c484b2340e3"/>
  </p:notesMasterIdLst>
  <p:sldIdLst>
    <p:sldId xmlns:r="http://schemas.openxmlformats.org/officeDocument/2006/relationships" id="256" r:id="R32022123157b4063"/>
    <p:sldId xmlns:r="http://schemas.openxmlformats.org/officeDocument/2006/relationships" id="257" r:id="Rf2c9fe130f584bc9"/>
    <p:sldId xmlns:r="http://schemas.openxmlformats.org/officeDocument/2006/relationships" id="258" r:id="R08685d8b6f1f4ca8"/>
    <p:sldId xmlns:r="http://schemas.openxmlformats.org/officeDocument/2006/relationships" id="259" r:id="R6ff886bea8324c31"/>
    <p:sldId xmlns:r="http://schemas.openxmlformats.org/officeDocument/2006/relationships" id="260" r:id="Ra80174498ae3463a"/>
    <p:sldId xmlns:r="http://schemas.openxmlformats.org/officeDocument/2006/relationships" id="261" r:id="R465131a36e724f3e"/>
    <p:sldId xmlns:r="http://schemas.openxmlformats.org/officeDocument/2006/relationships" id="262" r:id="R2abf9dacfbc74367"/>
    <p:sldId xmlns:r="http://schemas.openxmlformats.org/officeDocument/2006/relationships" id="263" r:id="R6ed3ca4fa988439b"/>
    <p:sldId xmlns:r="http://schemas.openxmlformats.org/officeDocument/2006/relationships" id="264" r:id="R4968733049024f2a"/>
    <p:sldId xmlns:r="http://schemas.openxmlformats.org/officeDocument/2006/relationships" id="265" r:id="R92515bcd6a5643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0fd2a2a72d4c02" /><Relationship Type="http://schemas.openxmlformats.org/officeDocument/2006/relationships/slideMaster" Target="/ppt/slideMasters/slideMaster1.xml" Id="Rf1fe6ac584714776" /><Relationship Type="http://schemas.openxmlformats.org/officeDocument/2006/relationships/notesMaster" Target="/ppt/notesMasters/notesMaster1.xml" Id="R98109c484b2340e3" /><Relationship Type="http://schemas.openxmlformats.org/officeDocument/2006/relationships/presProps" Target="/ppt/presProps.xml" Id="R27d02e7c10e34a6d" /><Relationship Type="http://schemas.openxmlformats.org/officeDocument/2006/relationships/tableStyles" Target="/ppt/tableStyles.xml" Id="R27afd3ef5a4a40fc" /><Relationship Type="http://schemas.openxmlformats.org/officeDocument/2006/relationships/slide" Target="/ppt/slides/slide1.xml" Id="R32022123157b4063" /><Relationship Type="http://schemas.openxmlformats.org/officeDocument/2006/relationships/slide" Target="/ppt/slides/slide2.xml" Id="Rf2c9fe130f584bc9" /><Relationship Type="http://schemas.openxmlformats.org/officeDocument/2006/relationships/slide" Target="/ppt/slides/slide3.xml" Id="R08685d8b6f1f4ca8" /><Relationship Type="http://schemas.openxmlformats.org/officeDocument/2006/relationships/slide" Target="/ppt/slides/slide4.xml" Id="R6ff886bea8324c31" /><Relationship Type="http://schemas.openxmlformats.org/officeDocument/2006/relationships/slide" Target="/ppt/slides/slide5.xml" Id="Ra80174498ae3463a" /><Relationship Type="http://schemas.openxmlformats.org/officeDocument/2006/relationships/slide" Target="/ppt/slides/slide6.xml" Id="R465131a36e724f3e" /><Relationship Type="http://schemas.openxmlformats.org/officeDocument/2006/relationships/slide" Target="/ppt/slides/slide7.xml" Id="R2abf9dacfbc74367" /><Relationship Type="http://schemas.openxmlformats.org/officeDocument/2006/relationships/slide" Target="/ppt/slides/slide8.xml" Id="R6ed3ca4fa988439b" /><Relationship Type="http://schemas.openxmlformats.org/officeDocument/2006/relationships/slide" Target="/ppt/slides/slide9.xml" Id="R4968733049024f2a" /><Relationship Type="http://schemas.openxmlformats.org/officeDocument/2006/relationships/slide" Target="/ppt/slides/slide10.xml" Id="R92515bcd6a5643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032dd7631f40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8016bad37e441a" /><Relationship Type="http://schemas.openxmlformats.org/officeDocument/2006/relationships/notesMaster" Target="/ppt/notesMasters/notesMaster1.xml" Id="Rf5c2aca247544b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d5120731a74d2e" /><Relationship Type="http://schemas.openxmlformats.org/officeDocument/2006/relationships/notesMaster" Target="/ppt/notesMasters/notesMaster1.xml" Id="R1cde882de55b47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db553275b6477c" /><Relationship Type="http://schemas.openxmlformats.org/officeDocument/2006/relationships/notesMaster" Target="/ppt/notesMasters/notesMaster1.xml" Id="Rdb9855039a824b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811f1d81544a07" /><Relationship Type="http://schemas.openxmlformats.org/officeDocument/2006/relationships/notesMaster" Target="/ppt/notesMasters/notesMaster1.xml" Id="Re39e04a346d94f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a7035b25c8418a" /><Relationship Type="http://schemas.openxmlformats.org/officeDocument/2006/relationships/notesMaster" Target="/ppt/notesMasters/notesMaster1.xml" Id="R623f0e3ea0db46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6ed838ede04d2d" /><Relationship Type="http://schemas.openxmlformats.org/officeDocument/2006/relationships/notesMaster" Target="/ppt/notesMasters/notesMaster1.xml" Id="Rca57d5d300c146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16f514e216473e" /><Relationship Type="http://schemas.openxmlformats.org/officeDocument/2006/relationships/notesMaster" Target="/ppt/notesMasters/notesMaster1.xml" Id="Rdc14c4b854a648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2651833cf742bc" /><Relationship Type="http://schemas.openxmlformats.org/officeDocument/2006/relationships/notesMaster" Target="/ppt/notesMasters/notesMaster1.xml" Id="R91a412477d7348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4cbc817f8244d5" /><Relationship Type="http://schemas.openxmlformats.org/officeDocument/2006/relationships/notesMaster" Target="/ppt/notesMasters/notesMaster1.xml" Id="R41198338fc2445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bad7719d6745ae" /><Relationship Type="http://schemas.openxmlformats.org/officeDocument/2006/relationships/notesMaster" Target="/ppt/notesMasters/notesMaster1.xml" Id="Rf6cdc5eb29e84d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source: https://images.unsplash.com/photo-1549298916-b41d501d3772</a:t>
            </a:r>
          </a:p>
          <a:p xmlns:a="http://schemas.openxmlformats.org/drawingml/2006/main">
            <a:r>
              <a:t>Replace bracketed group information before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source: https://images.unsplash.com/photo-1460353581641-37baddab0fa2</a:t>
            </a:r>
          </a:p>
          <a:p xmlns:a="http://schemas.openxmlformats.org/drawingml/2006/main">
            <a:r>
              <a:t>Target-user description is the project team's proposed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source: https://images.unsplash.com/photo-1608231387042-66d1773070a5</a:t>
            </a:r>
          </a:p>
          <a:p xmlns:a="http://schemas.openxmlformats.org/drawingml/2006/main">
            <a:r>
              <a:t>Problem statement is a project hypothesis. Validate it through a short shopper survey during testing.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Current-process description represents the proposed problem framing. Validate it through observation or user interviews.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Workflow reflects the planned system scope and current prototype capabilities.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Innovation statement follows the required sentence structure from the instructor handout. The proposed measurement needs user testing before reporting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Sample GLB source used in prototype: https://github.com/KhronosGroup/glTF-Sample-Assets/tree/main/Models/MaterialsVariantsShoe</a:t>
            </a:r>
          </a:p>
          <a:p xmlns:a="http://schemas.openxmlformats.org/drawingml/2006/main">
            <a:r>
              <a:t>License: Creative Commons Attribution 4.0 International, © 2021 Shopify.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 follows the two-week implementation limit described in the project guide.</a:t>
            </a:r>
          </a:p>
          <a:p xmlns:a="http://schemas.openxmlformats.org/drawingml/2006/main">
            <a:r>
              <a:t>Brand and asset guidance: https://www.nike.com/help/a/nike-corporate-details/app</a:t>
            </a:r>
          </a:p>
          <a:p xmlns:a="http://schemas.openxmlformats.org/drawingml/2006/main">
            <a:r>
              <a:t>Sketchfab license guidance: https://sketchfab.com/licenses</a:t>
            </a:r>
          </a:p>
          <a:p xmlns:a="http://schemas.openxmlformats.org/drawingml/2006/main">
            <a:r>
              <a:t>Downloaded Creative Commons models require the attribution shown on each model page. A model license does not by itself grant brand authorization.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UI concept generated for the SoleView prototype. The reservation form and owner confirmation screen follow this product-viewing 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slide. Invite questions about implementation, risk, testing, and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625c06126243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2d565b68b84d70" /><Relationship Type="http://schemas.openxmlformats.org/officeDocument/2006/relationships/slideLayout" Target="/ppt/slideLayouts/slideLayout1.xml" Id="R8293fa45504349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93fa45504349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3b98212914c62" /><Relationship Type="http://schemas.openxmlformats.org/officeDocument/2006/relationships/image" Target="/ppt/media/image.jpeg" Id="R3dd3af488dd44c80" /><Relationship Type="http://schemas.openxmlformats.org/officeDocument/2006/relationships/notesSlide" Target="/ppt/notesSlides/notesSlide1.xml" Id="R43f0c46d15ec4a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80eb49b21432c" /><Relationship Type="http://schemas.openxmlformats.org/officeDocument/2006/relationships/image" Target="/ppt/media/image2.jpeg" Id="R56c894525ccb45b5" /><Relationship Type="http://schemas.openxmlformats.org/officeDocument/2006/relationships/notesSlide" Target="/ppt/notesSlides/notesSlide2.xml" Id="R96bfa721836748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aaa91998742d3" /><Relationship Type="http://schemas.openxmlformats.org/officeDocument/2006/relationships/image" Target="/ppt/media/image3.jpeg" Id="Re561d3bc106044b9" /><Relationship Type="http://schemas.openxmlformats.org/officeDocument/2006/relationships/notesSlide" Target="/ppt/notesSlides/notesSlide3.xml" Id="R6771e85b31c549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dd62dd93e4063" /><Relationship Type="http://schemas.openxmlformats.org/officeDocument/2006/relationships/notesSlide" Target="/ppt/notesSlides/notesSlide4.xml" Id="R0ee06e61020844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a637de5a94c43" /><Relationship Type="http://schemas.openxmlformats.org/officeDocument/2006/relationships/notesSlide" Target="/ppt/notesSlides/notesSlide5.xml" Id="R5c0c8be1e09f4a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ba5ed29014d52" /><Relationship Type="http://schemas.openxmlformats.org/officeDocument/2006/relationships/notesSlide" Target="/ppt/notesSlides/notesSlide6.xml" Id="R54b5d3647b1440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90665e77d4a2a" /><Relationship Type="http://schemas.openxmlformats.org/officeDocument/2006/relationships/notesSlide" Target="/ppt/notesSlides/notesSlide7.xml" Id="R8dedf67db89744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029ebdc8a402f" /><Relationship Type="http://schemas.openxmlformats.org/officeDocument/2006/relationships/notesSlide" Target="/ppt/notesSlides/notesSlide8.xml" Id="R85ea04a053c844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ca9d059d3456f" /><Relationship Type="http://schemas.openxmlformats.org/officeDocument/2006/relationships/image" Target="/ppt/media/image.png" Id="R5244cff84454488b" /><Relationship Type="http://schemas.openxmlformats.org/officeDocument/2006/relationships/notesSlide" Target="/ppt/notesSlides/notesSlide9.xml" Id="R389635aa6bc840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c85479df54871" /><Relationship Type="http://schemas.openxmlformats.org/officeDocument/2006/relationships/notesSlide" Target="/ppt/notesSlides/notesSlide10.xml" Id="Rba2fab96b36e4a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C19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3af488dd44c80"/>
          <a:srcRect xmlns:a="http://schemas.openxmlformats.org/drawingml/2006/main" l="23704" t="0" r="237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0" y="0"/>
            <a:ext cx="5048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A75712-F4D9-4905-AB32-6C7A4DF1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14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91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6B7FA-E388-4941-AE8E-FE919119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5F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5F4"/>
                </a:solidFill>
                <a:latin typeface="Aptos"/>
                <a:ea typeface="Aptos"/>
                <a:cs typeface="Aptos"/>
              </a:rPr>
              <a:t>SOLEVIEW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8C9410-72E9-4EC7-AEEB-DFDC6A11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2BABE-38A6-427D-9E7C-D0E6FDBF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3D Shoe Viewing and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Pickup Reservation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9CEA2-6B5F-4345-B9AE-8BA134E4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6D3D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6D3D1"/>
                </a:solidFill>
                <a:latin typeface="Aptos"/>
                <a:ea typeface="Aptos"/>
                <a:cs typeface="Aptos"/>
              </a:rPr>
              <a:t>Integrative Programming 2</a:t>
            </a:r>
          </a:p>
          <a:p xmlns:a="http://schemas.openxmlformats.org/drawingml/2006/main">
            <a:pPr algn="l">
              <a:defRPr sz="1725" b="0">
                <a:solidFill>
                  <a:srgbClr val="D6D3D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6D3D1"/>
                </a:solidFill>
                <a:latin typeface="Aptos"/>
                <a:ea typeface="Aptos"/>
                <a:cs typeface="Aptos"/>
              </a:rPr>
              <a:t>Prefinal Week 1 Title 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ED471-8C09-47D4-A1CB-5617C931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D0B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5D0B5"/>
                </a:solidFill>
                <a:latin typeface="Aptos"/>
                <a:ea typeface="Aptos"/>
                <a:cs typeface="Aptos"/>
              </a:rPr>
              <a:t>Group members: [Add names]</a:t>
            </a:r>
          </a:p>
          <a:p xmlns:a="http://schemas.openxmlformats.org/drawingml/2006/main">
            <a:pPr algn="l">
              <a:defRPr sz="1425" b="0">
                <a:solidFill>
                  <a:srgbClr val="F5D0B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5D0B5"/>
                </a:solidFill>
                <a:latin typeface="Aptos"/>
                <a:ea typeface="Aptos"/>
                <a:cs typeface="Aptos"/>
              </a:rPr>
              <a:t>Section: [Add section]</a:t>
            </a:r>
          </a:p>
        </p:txBody>
      </p:sp>
    </p:spTree>
    <p:extLst>
      <p:ext uri="{BB962C8B-B14F-4D97-AF65-F5344CB8AC3E}">
        <p14:creationId xmlns:p14="http://schemas.microsoft.com/office/powerpoint/2010/main" val="2970509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70B951-067F-4D2C-87B4-29CBBD1D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Target users and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EE146-9327-4BC8-BCE6-A7B29ECE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7A58D-9E07-4187-A57E-A3B4306B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492F5-F5B1-461D-A06F-73B3B2E2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Primary user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2EA1F-F133-4211-88EB-0FCA2D1B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Customers of one shoe store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05520B-12E7-4238-A9BE-981F8071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000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Customers inspect branded shoes, check available variants, and reserve a pair before visiting the store.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9600FA-98D2-47DA-AEAA-22DB18D7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500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29DBB4-5E3A-4107-A6E9-CF1E77B7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Secondary user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88539-B7D0-4696-9CB7-FD1D0ECA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5000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92524"/>
                </a:solidFill>
                <a:latin typeface="Aptos"/>
                <a:ea typeface="Aptos"/>
                <a:cs typeface="Aptos"/>
              </a:rPr>
              <a:t>The store owner signs in to manage products, GLB models, size and color stock, and pickup reservations.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c894525ccb45b5"/>
          <a:srcRect xmlns:a="http://schemas.openxmlformats.org/drawingml/2006/main" l="11100" t="0" r="111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428750"/>
            <a:ext cx="5391150" cy="46196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7538B3-F1C9-4DDF-BD40-46F64421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SoleView proposal</a:t>
            </a:r>
          </a:p>
        </p:txBody>
      </p:sp>
    </p:spTree>
    <p:extLst>
      <p:ext uri="{BB962C8B-B14F-4D97-AF65-F5344CB8AC3E}">
        <p14:creationId xmlns:p14="http://schemas.microsoft.com/office/powerpoint/2010/main" val="21398566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DD457-C5D4-450F-81CE-1F4909ED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2F16F-7378-4AC1-AF5B-88D52067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04A2E-F2CB-4120-B0C9-98D87DF6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61d3bc106044b9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28750"/>
            <a:ext cx="4476750" cy="4476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FC80E-2204-4F4E-ADC8-F790E757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524000"/>
            <a:ext cx="5429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Customers cannot inspect shoes or confirm stock quickly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16DE6-3423-43C3-A832-D35B8809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5750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92524"/>
                </a:solidFill>
                <a:latin typeface="Aptos"/>
                <a:ea typeface="Aptos"/>
                <a:cs typeface="Aptos"/>
              </a:rPr>
              <a:t>Static photos limit product inspection. Size and color availability often requires a separate message to the store.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60B6A3-1B1E-4EFF-9AAE-32FDE49C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0005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5AAEB5-D6EF-4719-9ADB-4C1516B5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286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E471C-EB5C-4521-B68F-296A87A9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86300"/>
            <a:ext cx="542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Customers spend more time asking questions and may visit the store without knowing whether their preferred variant remains available.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96DC46-1A86-4EA2-8A92-2AAAB20C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SoleView proposal</a:t>
            </a:r>
          </a:p>
        </p:txBody>
      </p:sp>
    </p:spTree>
    <p:extLst>
      <p:ext uri="{BB962C8B-B14F-4D97-AF65-F5344CB8AC3E}">
        <p14:creationId xmlns:p14="http://schemas.microsoft.com/office/powerpoint/2010/main" val="10900813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3D7828-0E78-422B-9462-369A777A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Current process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400AD-4040-4F95-B344-F504E8A9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BDF42-5AD5-4B22-87D1-28CCB190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B39633-7BE8-4AA1-989F-AE696AE2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AEEF0-1F10-461B-8AF6-AF0D3CA4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478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Browse static photos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A67E9-152C-474C-A332-9E4D3180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47800"/>
            <a:ext cx="557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Customer checks a small set of fixed product angles.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6BE4B-99A6-465C-B8FC-61702923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10353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B07D44-78DD-436C-8DDB-2F17D302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CE6851-326B-49F4-8392-646E3D1B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098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Message the store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CC649F-7C06-415C-9CD1-E3B6894A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09850"/>
            <a:ext cx="557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Customer asks whether a size and color are still available.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85194F-7103-44E4-B47F-9ABF8C91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10353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2E01E-D3A5-4F0A-A85F-FE18B2CB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9110F5-9F2F-4917-8673-B986396F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719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Wait for confirmation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D0B216-0C1E-4B05-9CAB-CF0C0AF4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71900"/>
            <a:ext cx="557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Staff manually checks stock and replies when available.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F90AEC-72E2-4793-8525-44C78AF1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10353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1F35E8-96EE-4EA3-A5DE-4E9FC296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9F55FD-5690-45DC-A1F6-F9423145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339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Visit without a hold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7FF4A0-33C9-4848-AD70-DC42CC20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33950"/>
            <a:ext cx="557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The selected pair may sell before the customer arrives.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769607-9353-44AF-B3BE-23679084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1C4E0E-C15C-45D7-B19E-98390067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Main pain point: product inspection and pickup availability require separate manual steps.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4168A0-FCB0-4864-9969-DC731C9C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SoleView proposal</a:t>
            </a:r>
          </a:p>
        </p:txBody>
      </p:sp>
    </p:spTree>
    <p:extLst>
      <p:ext uri="{BB962C8B-B14F-4D97-AF65-F5344CB8AC3E}">
        <p14:creationId xmlns:p14="http://schemas.microsoft.com/office/powerpoint/2010/main" val="16749109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1A8BF6-AA9B-4FE7-9A43-A8E0633D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Proposed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1FC780-12D6-4509-A6D2-F8250C2E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4C231-051E-40FE-A910-119916D5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1C0D5-30B7-4A0C-8E8F-CEACB993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SoleView connects product inspection, stock checking, and pickup reservation in one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12099-4D01-478A-AD80-69CDF747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8478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5"/>
          </a:solidFill>
          <a:ln xmlns:a="http://schemas.openxmlformats.org/drawingml/2006/main" w="9525">
            <a:solidFill>
              <a:srgbClr val="D6D3D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CCFB1-DA92-41E8-AA79-E7841126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24125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8716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C31FD0-43DA-4B34-9C0D-841BE469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Browse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60891-04AD-4807-A2B2-28566A0A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1504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Open the store's shoe catalog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77B3D-49EE-4B93-A86C-E640FA8B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05200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BB8AE-4055-4D94-9456-21233144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33625"/>
            <a:ext cx="18478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19050">
            <a:solidFill>
              <a:srgbClr val="B4530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5AB37-D2B2-4901-A52C-97976155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524125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0CA6D-6288-4D01-9E33-4858BC0C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2194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Inspect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AF31DC-EE1D-4208-BDF1-39E8E337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762375"/>
            <a:ext cx="1504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Rotate and zoom the 3D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1FFC15-1D19-437B-B861-39EEB566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505200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420647-6601-4C4C-BEC8-90CE34AC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33625"/>
            <a:ext cx="18478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5"/>
          </a:solidFill>
          <a:ln xmlns:a="http://schemas.openxmlformats.org/drawingml/2006/main" w="9525">
            <a:solidFill>
              <a:srgbClr val="D6D3D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3A885B-92A3-4BB2-90C9-A57B480A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24125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8716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9078D4-2711-4960-B7E1-613A8BFA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2194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Select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71FDAF-BB32-42A4-B0C2-F393407E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62375"/>
            <a:ext cx="1504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Choose an available size and color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16426B-59E2-4175-A65C-E886D48D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05200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CF5E09-7619-4B02-BE11-9044963B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333625"/>
            <a:ext cx="18478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5"/>
          </a:solidFill>
          <a:ln xmlns:a="http://schemas.openxmlformats.org/drawingml/2006/main" w="9525">
            <a:solidFill>
              <a:srgbClr val="D6D3D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8AE7E4-808B-4E23-B33C-0CF86D3A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524125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8716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DB3E71-30E7-48B5-9410-70D97593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2194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Reserve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B732B8-9A78-44C7-A10C-ECA005F8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62375"/>
            <a:ext cx="1504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Enter pickup contact details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90C085-F667-4E91-9FF7-DE1058B4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505200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886D47-0CD2-4366-8205-28DE5ED6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33625"/>
            <a:ext cx="18478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5"/>
          </a:solidFill>
          <a:ln xmlns:a="http://schemas.openxmlformats.org/drawingml/2006/main" w="9525">
            <a:solidFill>
              <a:srgbClr val="D6D3D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47C6BD-407C-4BE7-9F79-DA6D1151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24125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8716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259C8E-D8D8-4AEC-8156-F486BEC9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194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Confirm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938A7D-D602-453E-83C2-D109FDF6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62375"/>
            <a:ext cx="1504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Owner approves and prepares the pair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0D36B8-F618-464D-99A2-4F3EDAE2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Owner workflow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A841A7-F670-4A37-ADA5-F79D5987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267325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92524"/>
                </a:solidFill>
                <a:latin typeface="Aptos"/>
                <a:ea typeface="Aptos"/>
                <a:cs typeface="Aptos"/>
              </a:rPr>
              <a:t>After login, manage products and GLB files, update variant stock, then confirm or reject reservations.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0434F6-ECF9-4E3E-8B60-D735C495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SoleView proposal</a:t>
            </a:r>
          </a:p>
        </p:txBody>
      </p:sp>
    </p:spTree>
    <p:extLst>
      <p:ext uri="{BB962C8B-B14F-4D97-AF65-F5344CB8AC3E}">
        <p14:creationId xmlns:p14="http://schemas.microsoft.com/office/powerpoint/2010/main" val="775417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C19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7041B-2E68-4A18-9E24-4D438157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Innovation and improvement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F4C7A-154F-4FDB-B9E1-5D4347E6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5D0B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D0B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930DF-09B8-499C-9E9A-3ACDF9FA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03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115CB-DAB2-42F7-9C99-7BEC310C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0200"/>
            <a:ext cx="1000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Existing shoe-store pages rely on static photos and manual messages for stock confirmation and pickup requests.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55B1F-52C6-4508-9026-44200942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4FAD58-5591-4C8F-9573-65945A5C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990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E7E5E4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E7E5E4"/>
                </a:solidFill>
                <a:latin typeface="Aptos"/>
                <a:ea typeface="Aptos"/>
                <a:cs typeface="Aptos"/>
              </a:rPr>
              <a:t>Our system improves this through interactive 3D viewing, variant-level stock display, and pickup reservation, which helps customers inspect a shoe and secure an available pair faster.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C112C-8D9E-4A07-8162-380D0868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534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110B5D-12EA-4F95-B9CC-F352C014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D0B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D0B5"/>
                </a:solidFill>
                <a:latin typeface="Aptos"/>
                <a:ea typeface="Aptos"/>
                <a:cs typeface="Aptos"/>
              </a:rPr>
              <a:t>Measurable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494018-FB90-4ADB-9794-54CE6BAC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495925"/>
            <a:ext cx="7953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6D3D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6D3D1"/>
                </a:solidFill>
                <a:latin typeface="Aptos"/>
                <a:ea typeface="Aptos"/>
                <a:cs typeface="Aptos"/>
              </a:rPr>
              <a:t>Compare the time and number of steps needed to inspect a shoe and confirm a pickup-ready variant.</a:t>
            </a:r>
          </a:p>
        </p:txBody>
      </p:sp>
    </p:spTree>
    <p:extLst>
      <p:ext uri="{BB962C8B-B14F-4D97-AF65-F5344CB8AC3E}">
        <p14:creationId xmlns:p14="http://schemas.microsoft.com/office/powerpoint/2010/main" val="14558037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6829AC-A567-4D10-9F9B-27EE2577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Core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9F3EA-9528-43FE-B4A0-44DD7DE5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D2F95-9D93-45B4-BD46-5A3E32F3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3FA0D-5ACF-4983-9AC0-5CDA0987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8F069-848D-408A-A9AA-AC8AF6AD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Interactive 3D viewer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AA7EA-1808-4E4A-AE90-05AD33D0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3190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Customers rotate and zoom licensed branded shoe models before selecting a variant.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113E8-8A1E-41FA-BD86-C32995B5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638300"/>
            <a:ext cx="952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F04EFF-FA70-4B08-9EF7-721F6F0F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716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BE6F87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BE6F8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8D938B-DE40-4877-A42D-FA923409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Stock-linked reservation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05B07F-51D1-44C0-B4FC-7A733E9F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14700"/>
            <a:ext cx="3190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Customers select a size and color, then reserve an available pair for store pickup.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439C3F-4960-4FDC-B370-32880EE1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638300"/>
            <a:ext cx="952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B0F559-3049-4A3D-813C-21A4DB9E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716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87C86B-5E22-4DED-AFE4-9F035571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33625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Secure owner management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0ED227-B9BB-45E1-983B-9E388F10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14700"/>
            <a:ext cx="3190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The owner logs in to manage products, GLB files, stock, and reservation statuses.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DFE6D0-3914-4B8A-9C71-0985EF22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641BA5-83C5-4531-8FA2-A4887CF0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Customers browse and reserve without an account. Only the owner requires login.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947C7B-685B-4109-BBAA-62B287A1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SoleView proposal</a:t>
            </a:r>
          </a:p>
        </p:txBody>
      </p:sp>
    </p:spTree>
    <p:extLst>
      <p:ext uri="{BB962C8B-B14F-4D97-AF65-F5344CB8AC3E}">
        <p14:creationId xmlns:p14="http://schemas.microsoft.com/office/powerpoint/2010/main" val="2743717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470FA-600A-41C6-B958-3C6883C2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Scope and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F5638-4F61-4758-90BF-82E17730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C23B5-979B-4FDD-9589-FDBE3AC7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B9E1D-7748-4E23-8078-511490F6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21970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8DE00-9EED-4D6B-AFE5-BE849C1E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28750"/>
            <a:ext cx="521970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16AD7-074E-4076-A9E6-8A36B6AD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Included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A2E0F6-3861-467C-B568-CBEE94C0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447675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Public catalog for one shoe store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Interactive GLB model viewing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Stock by size and color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Guest pickup reservation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Reservation reference and status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Owner login and management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90333-691C-44AB-B0DD-3AF0B832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145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Excluded from first version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91E5FE-3605-4717-A091-72C13BC4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62200"/>
            <a:ext cx="447675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Online payment processing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Delivery and courier tracking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Multiple stores or seller accounts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Customer login and loyalty program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Augmented-reality fitting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Automatic 3D model generation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196493-64FF-45AF-A3A0-0C087D5B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Branded sample models require a valid asset license, creator attribution, and an academic-use disclaimer.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276954-3E46-417A-A56C-ED5DAB80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SoleView proposal</a:t>
            </a:r>
          </a:p>
        </p:txBody>
      </p:sp>
    </p:spTree>
    <p:extLst>
      <p:ext uri="{BB962C8B-B14F-4D97-AF65-F5344CB8AC3E}">
        <p14:creationId xmlns:p14="http://schemas.microsoft.com/office/powerpoint/2010/main" val="5160186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272C8-9BDB-4D30-B09A-BB353180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UI design and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D78C3-AADC-4E42-A890-404666DF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ED382C-25E5-4029-B13C-D9E9D430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63B49D-822F-4380-8465-BFAFC7F7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Customer product-viewing screen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44cff84454488b"/>
          <a:stretch xmlns:a="http://schemas.openxmlformats.org/drawingml/2006/main"/>
        </p:blipFill>
        <p:spPr>
          <a:xfrm xmlns:a="http://schemas.openxmlformats.org/drawingml/2006/main">
            <a:off x="2034159" y="1762125"/>
            <a:ext cx="8123681" cy="4572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FB4F6-9449-463B-BA4D-DD51CF38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SoleView proposal</a:t>
            </a:r>
          </a:p>
        </p:txBody>
      </p:sp>
    </p:spTree>
    <p:extLst>
      <p:ext uri="{BB962C8B-B14F-4D97-AF65-F5344CB8AC3E}">
        <p14:creationId xmlns:p14="http://schemas.microsoft.com/office/powerpoint/2010/main" val="9563539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C19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A3DBF8-4BA6-4190-BA39-44314E06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D0B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D0B5"/>
                </a:solidFill>
                <a:latin typeface="Aptos"/>
                <a:ea typeface="Aptos"/>
                <a:cs typeface="Aptos"/>
              </a:rPr>
              <a:t>SOLEVIEW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4E1A7-2724-41F6-948B-FD41298A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66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Closing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3DFFDA-DA29-42BE-A839-B4637E13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D0B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D0B5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4F6B6-F035-410F-B828-39880C81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3145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5F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5F5F4"/>
                </a:solidFill>
                <a:latin typeface="Aptos"/>
                <a:ea typeface="Aptos"/>
                <a:cs typeface="Aptos"/>
              </a:rPr>
              <a:t>Static photos and manual stock inquiries slow customer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CE05C-3187-4FA5-B9CA-235EC2FD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9172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03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569D4-9C8E-4285-B325-41ED62FC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D0B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D0B5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3FDAE8-DB91-403A-8BDF-D504009C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0956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5F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5F5F4"/>
                </a:solidFill>
                <a:latin typeface="Aptos"/>
                <a:ea typeface="Aptos"/>
                <a:cs typeface="Aptos"/>
              </a:rPr>
              <a:t>3D viewing connects variant selection with pickup reservation.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16A10A-64B1-4CB2-9CB6-53944E75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9172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03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A4A947-5037-4ADD-B9D4-25431D8C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D0B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D0B5"/>
                </a:solidFill>
                <a:latin typeface="Aptos"/>
                <a:ea typeface="Aptos"/>
                <a:cs typeface="Aptos"/>
              </a:rPr>
              <a:t>Innovation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E28E79-5419-4E7D-9A78-2416746B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76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5F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5F5F4"/>
                </a:solidFill>
                <a:latin typeface="Aptos"/>
                <a:ea typeface="Aptos"/>
                <a:cs typeface="Aptos"/>
              </a:rPr>
              <a:t>Customers inspect and secure an available pair in one workflow.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A5BE30-14DD-41E9-A464-64B5A287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9172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03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929EE7-6A27-49C3-9318-8FCA6003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D0B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D0B5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1EBEF9-019F-47FF-93DC-1ADC0370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6577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5F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5F5F4"/>
                </a:solidFill>
                <a:latin typeface="Aptos"/>
                <a:ea typeface="Aptos"/>
                <a:cs typeface="Aptos"/>
              </a:rPr>
              <a:t>One shoe store with public browsing and secure owner tools.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1F175F-B5C1-4F39-8E81-9020663B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9172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03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2595C7-C738-47CA-9E90-CC3911C0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863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Questions?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A8594E-2D45-4D9D-807A-FB8278B1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A29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8A29E"/>
                </a:solidFill>
                <a:latin typeface="Aptos"/>
                <a:ea typeface="Aptos"/>
                <a:cs typeface="Aptos"/>
              </a:rPr>
              <a:t>Ready to explain reservation states, stock handling, GLB licensing, and project boundaries.</a:t>
            </a:r>
          </a:p>
        </p:txBody>
      </p:sp>
    </p:spTree>
    <p:extLst>
      <p:ext uri="{BB962C8B-B14F-4D97-AF65-F5344CB8AC3E}">
        <p14:creationId xmlns:p14="http://schemas.microsoft.com/office/powerpoint/2010/main" val="11892159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2026-09-08T10:49:08.4460000Z</dcterms:created>
  <dcterms:modified xsi:type="dcterms:W3CDTF">2026-09-08T10:49:08.4460000Z</dcterms:modified>
</coreProperties>
</file>