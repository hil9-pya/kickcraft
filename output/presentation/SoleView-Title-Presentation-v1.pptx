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faab95df84430" /><Relationship Type="http://schemas.openxmlformats.org/officeDocument/2006/relationships/extended-properties" Target="/docProps/app.xml" Id="R32f137d7260e469b" /><Relationship Type="http://schemas.openxmlformats.org/officeDocument/2006/relationships/officeDocument" Target="/ppt/presentation.xml" Id="R14010984d7e941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54f8126a7949f9"/>
  </p:sldMasterIdLst>
  <p:notesMasterIdLst>
    <p:notesMasterId xmlns:r="http://schemas.openxmlformats.org/officeDocument/2006/relationships" r:id="Rb7396733022d4189"/>
  </p:notesMasterIdLst>
  <p:sldIdLst>
    <p:sldId xmlns:r="http://schemas.openxmlformats.org/officeDocument/2006/relationships" id="256" r:id="R9310ee81f2294079"/>
    <p:sldId xmlns:r="http://schemas.openxmlformats.org/officeDocument/2006/relationships" id="257" r:id="R35194f91a43c42d7"/>
    <p:sldId xmlns:r="http://schemas.openxmlformats.org/officeDocument/2006/relationships" id="258" r:id="Rf39e583bf6dc4665"/>
    <p:sldId xmlns:r="http://schemas.openxmlformats.org/officeDocument/2006/relationships" id="259" r:id="R577f1ead4ae946ad"/>
    <p:sldId xmlns:r="http://schemas.openxmlformats.org/officeDocument/2006/relationships" id="260" r:id="R4a3d453af49d4b81"/>
    <p:sldId xmlns:r="http://schemas.openxmlformats.org/officeDocument/2006/relationships" id="261" r:id="R1e49c23bc680430b"/>
    <p:sldId xmlns:r="http://schemas.openxmlformats.org/officeDocument/2006/relationships" id="262" r:id="R738108a5a88041ae"/>
    <p:sldId xmlns:r="http://schemas.openxmlformats.org/officeDocument/2006/relationships" id="263" r:id="Rff6bd1b0bfff4c54"/>
    <p:sldId xmlns:r="http://schemas.openxmlformats.org/officeDocument/2006/relationships" id="264" r:id="Rcba7890637ba4983"/>
    <p:sldId xmlns:r="http://schemas.openxmlformats.org/officeDocument/2006/relationships" id="265" r:id="R33180849e16441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a5448fc5704c47" /><Relationship Type="http://schemas.openxmlformats.org/officeDocument/2006/relationships/slideMaster" Target="/ppt/slideMasters/slideMaster1.xml" Id="Rf154f8126a7949f9" /><Relationship Type="http://schemas.openxmlformats.org/officeDocument/2006/relationships/notesMaster" Target="/ppt/notesMasters/notesMaster1.xml" Id="Rb7396733022d4189" /><Relationship Type="http://schemas.openxmlformats.org/officeDocument/2006/relationships/presProps" Target="/ppt/presProps.xml" Id="R5589ff0f71d44216" /><Relationship Type="http://schemas.openxmlformats.org/officeDocument/2006/relationships/tableStyles" Target="/ppt/tableStyles.xml" Id="Ra68d5f73e1cd4362" /><Relationship Type="http://schemas.openxmlformats.org/officeDocument/2006/relationships/slide" Target="/ppt/slides/slide1.xml" Id="R9310ee81f2294079" /><Relationship Type="http://schemas.openxmlformats.org/officeDocument/2006/relationships/slide" Target="/ppt/slides/slide2.xml" Id="R35194f91a43c42d7" /><Relationship Type="http://schemas.openxmlformats.org/officeDocument/2006/relationships/slide" Target="/ppt/slides/slide3.xml" Id="Rf39e583bf6dc4665" /><Relationship Type="http://schemas.openxmlformats.org/officeDocument/2006/relationships/slide" Target="/ppt/slides/slide4.xml" Id="R577f1ead4ae946ad" /><Relationship Type="http://schemas.openxmlformats.org/officeDocument/2006/relationships/slide" Target="/ppt/slides/slide5.xml" Id="R4a3d453af49d4b81" /><Relationship Type="http://schemas.openxmlformats.org/officeDocument/2006/relationships/slide" Target="/ppt/slides/slide6.xml" Id="R1e49c23bc680430b" /><Relationship Type="http://schemas.openxmlformats.org/officeDocument/2006/relationships/slide" Target="/ppt/slides/slide7.xml" Id="R738108a5a88041ae" /><Relationship Type="http://schemas.openxmlformats.org/officeDocument/2006/relationships/slide" Target="/ppt/slides/slide8.xml" Id="Rff6bd1b0bfff4c54" /><Relationship Type="http://schemas.openxmlformats.org/officeDocument/2006/relationships/slide" Target="/ppt/slides/slide9.xml" Id="Rcba7890637ba4983" /><Relationship Type="http://schemas.openxmlformats.org/officeDocument/2006/relationships/slide" Target="/ppt/slides/slide10.xml" Id="R33180849e16441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5b2edb4ead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3ce3d74dda4b47" /><Relationship Type="http://schemas.openxmlformats.org/officeDocument/2006/relationships/notesMaster" Target="/ppt/notesMasters/notesMaster1.xml" Id="R6d3787c9d0c646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bcb7f5e35a471e" /><Relationship Type="http://schemas.openxmlformats.org/officeDocument/2006/relationships/notesMaster" Target="/ppt/notesMasters/notesMaster1.xml" Id="R3d2ec9f1528c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ab64731f7c40c3" /><Relationship Type="http://schemas.openxmlformats.org/officeDocument/2006/relationships/notesMaster" Target="/ppt/notesMasters/notesMaster1.xml" Id="R84b943bcb9414a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8fb43e9d224af2" /><Relationship Type="http://schemas.openxmlformats.org/officeDocument/2006/relationships/notesMaster" Target="/ppt/notesMasters/notesMaster1.xml" Id="Rfaa33c9a39dc45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fdf4cc86e848d5" /><Relationship Type="http://schemas.openxmlformats.org/officeDocument/2006/relationships/notesMaster" Target="/ppt/notesMasters/notesMaster1.xml" Id="R53c69ff7320d4a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22eb5fb9744ffc" /><Relationship Type="http://schemas.openxmlformats.org/officeDocument/2006/relationships/notesMaster" Target="/ppt/notesMasters/notesMaster1.xml" Id="R3130e9c40e184c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1983bd869547ef" /><Relationship Type="http://schemas.openxmlformats.org/officeDocument/2006/relationships/notesMaster" Target="/ppt/notesMasters/notesMaster1.xml" Id="R440c3387bc5249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cc82c5922497f" /><Relationship Type="http://schemas.openxmlformats.org/officeDocument/2006/relationships/notesMaster" Target="/ppt/notesMasters/notesMaster1.xml" Id="R8d796961086342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2312e7772c4731" /><Relationship Type="http://schemas.openxmlformats.org/officeDocument/2006/relationships/notesMaster" Target="/ppt/notesMasters/notesMaster1.xml" Id="R559ddc60125146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12cecf012046b6" /><Relationship Type="http://schemas.openxmlformats.org/officeDocument/2006/relationships/notesMaster" Target="/ppt/notesMasters/notesMaster1.xml" Id="R7b91accd555244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https://images.unsplash.com/photo-1549298916-b41d501d3772</a:t>
            </a:r>
          </a:p>
          <a:p xmlns:a="http://schemas.openxmlformats.org/drawingml/2006/main">
            <a:r>
              <a:t>Replace bracketed group information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https://images.unsplash.com/photo-1460353581641-37baddab0fa2</a:t>
            </a:r>
          </a:p>
          <a:p xmlns:a="http://schemas.openxmlformats.org/drawingml/2006/main">
            <a:r>
              <a:t>Target-user description is the project team's proposed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https://images.unsplash.com/photo-1608231387042-66d1773070a5</a:t>
            </a:r>
          </a:p>
          <a:p xmlns:a="http://schemas.openxmlformats.org/drawingml/2006/main">
            <a:r>
              <a:t>Problem statement is a project hypothesis. Validate it through a short shopper survey during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Current-process description represents the proposed problem framing. Validate it through observation or user interviews.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reflects the planned system scope and current prototype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Innovation statement follows the required sentence structure from the instructor handout. The proposed measurement needs user testing before reporting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 GLB source used in prototype: https://github.com/KhronosGroup/glTF-Sample-Assets/tree/main/Models/MaterialsVariantsShoe</a:t>
            </a:r>
          </a:p>
          <a:p xmlns:a="http://schemas.openxmlformats.org/drawingml/2006/main">
            <a:r>
              <a:t>License: Creative Commons Attribution 4.0 International, © 2021 Shopify.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follows the two-week implementation limit described in the project guide. Product count is a demonstration choice, not a database limit.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 concept generated for the SoleView prototype. The working Vue prototype implements the same product focus, 3D controls, size selection, and material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Invite questions about implementation, risk, testing,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f65db5b57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2de6f068044929" /><Relationship Type="http://schemas.openxmlformats.org/officeDocument/2006/relationships/slideLayout" Target="/ppt/slideLayouts/slideLayout1.xml" Id="Rd76c1edba3e545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6c1edba3e545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e66f9d2b44976" /><Relationship Type="http://schemas.openxmlformats.org/officeDocument/2006/relationships/image" Target="/ppt/media/image.jpeg" Id="Re24fb9bbd1524edc" /><Relationship Type="http://schemas.openxmlformats.org/officeDocument/2006/relationships/notesSlide" Target="/ppt/notesSlides/notesSlide1.xml" Id="R076f05f59af74a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2cfb1a3724b2e" /><Relationship Type="http://schemas.openxmlformats.org/officeDocument/2006/relationships/image" Target="/ppt/media/image2.jpeg" Id="R15d14b5294d04512" /><Relationship Type="http://schemas.openxmlformats.org/officeDocument/2006/relationships/notesSlide" Target="/ppt/notesSlides/notesSlide2.xml" Id="Rc23c911edeaf4a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408ef630f47a7" /><Relationship Type="http://schemas.openxmlformats.org/officeDocument/2006/relationships/image" Target="/ppt/media/image3.jpeg" Id="Rb5bcde7a95fe4483" /><Relationship Type="http://schemas.openxmlformats.org/officeDocument/2006/relationships/notesSlide" Target="/ppt/notesSlides/notesSlide3.xml" Id="R2036aa33e00b44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9cddc4859429b" /><Relationship Type="http://schemas.openxmlformats.org/officeDocument/2006/relationships/notesSlide" Target="/ppt/notesSlides/notesSlide4.xml" Id="R6795c8bd4a124c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99bca80ef41f7" /><Relationship Type="http://schemas.openxmlformats.org/officeDocument/2006/relationships/notesSlide" Target="/ppt/notesSlides/notesSlide5.xml" Id="Rffdf1e7a02944b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131a6c3674370" /><Relationship Type="http://schemas.openxmlformats.org/officeDocument/2006/relationships/notesSlide" Target="/ppt/notesSlides/notesSlide6.xml" Id="R8e8769bc834547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fd16c2692496e" /><Relationship Type="http://schemas.openxmlformats.org/officeDocument/2006/relationships/notesSlide" Target="/ppt/notesSlides/notesSlide7.xml" Id="R4b008715bc084b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249c9d5cd44ce" /><Relationship Type="http://schemas.openxmlformats.org/officeDocument/2006/relationships/notesSlide" Target="/ppt/notesSlides/notesSlide8.xml" Id="R94786a7605b848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dea6c85b444b2" /><Relationship Type="http://schemas.openxmlformats.org/officeDocument/2006/relationships/image" Target="/ppt/media/image.png" Id="Ree58589417a543ad" /><Relationship Type="http://schemas.openxmlformats.org/officeDocument/2006/relationships/notesSlide" Target="/ppt/notesSlides/notesSlide9.xml" Id="R3c02d8987a5a46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9ebf593aa45db" /><Relationship Type="http://schemas.openxmlformats.org/officeDocument/2006/relationships/notesSlide" Target="/ppt/notesSlides/notesSlide10.xml" Id="R0ae932e55cff41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fb9bbd1524edc"/>
          <a:srcRect xmlns:a="http://schemas.openxmlformats.org/drawingml/2006/main" l="23704" t="0" r="23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A38A1-0BF8-44C0-AF03-0FD0B84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91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C34B1-70A8-43A3-9288-42A847F4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4"/>
                </a:solidFill>
                <a:latin typeface="Aptos"/>
                <a:ea typeface="Aptos"/>
                <a:cs typeface="Aptos"/>
              </a:rPr>
              <a:t>SOLEVIEW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F3FDC-F7B3-4548-A15A-4817C213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ECB71-D031-42B2-A2A2-0E9DA18F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Interactive 3D Shoe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Showroom and Product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Comparison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578C1-8CD5-4A94-BD51-D431E39C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Integrative Programming 2</a:t>
            </a:r>
          </a:p>
          <a:p xmlns:a="http://schemas.openxmlformats.org/drawingml/2006/main">
            <a:pPr algn="l">
              <a:defRPr sz="1725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Prefinal Week 1 Title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463A1-7EFC-45C5-8D53-AEAA124D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D0B5"/>
                </a:solidFill>
                <a:latin typeface="Aptos"/>
                <a:ea typeface="Aptos"/>
                <a:cs typeface="Aptos"/>
              </a:rPr>
              <a:t>Group members: [Add names]</a:t>
            </a:r>
          </a:p>
          <a:p xmlns:a="http://schemas.openxmlformats.org/drawingml/2006/main">
            <a:pPr algn="l">
              <a:defRPr sz="1425" b="0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D0B5"/>
                </a:solidFill>
                <a:latin typeface="Aptos"/>
                <a:ea typeface="Aptos"/>
                <a:cs typeface="Aptos"/>
              </a:rPr>
              <a:t>Section: [Add section]</a:t>
            </a:r>
          </a:p>
        </p:txBody>
      </p:sp>
    </p:spTree>
    <p:extLst>
      <p:ext uri="{BB962C8B-B14F-4D97-AF65-F5344CB8AC3E}">
        <p14:creationId xmlns:p14="http://schemas.microsoft.com/office/powerpoint/2010/main" val="1895295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7F0D9-51CD-4F3E-848D-EDFC1C4E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Target users and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5BD4D-4FDC-4202-8DDA-87F0F53B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64E69-0E81-4214-BDE4-6EEEF5EC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89B62-8FB4-435B-9C80-CF827E68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Primary 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7165B-C4B8-47A9-BBDF-929ED8B4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Online shoe shoppers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9A00A-801E-4AC6-883D-9F36B37D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0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who want to inspect footwear closely before deciding which pair fits their needs and style.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46FA5-05DD-4012-8B4F-F7AB17E1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00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A0417-FC27-4987-AC84-7F95F94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3531E-547C-4BA7-BE9F-49CF6823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00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Product browsing happens on phones and computers, where shoppers currently depend on static photos and short descriptions.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14b5294d04512"/>
          <a:srcRect xmlns:a="http://schemas.openxmlformats.org/drawingml/2006/main" l="11100" t="0" r="11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428750"/>
            <a:ext cx="5391150" cy="4619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FBA1A-0574-44AA-A790-F48952DC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402603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DE208-5AFA-47D4-93D9-6A1F1CEB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CD6E6-AC2D-46EF-8812-07BD0510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18E95-9E69-47A6-9785-30453E9D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cde7a95fe4483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447675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D2215-60F4-4BB0-90A9-96339EDC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24000"/>
            <a:ext cx="542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Static photos hide important product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26BF3-8279-4412-AF02-280AFC37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1462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Customers cannot freely inspect shoe shape, material texture, sole design, or appearance from every angle.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C1D43-ACCC-4FCA-B571-90445C6C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005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3D564-F0D8-4968-911B-10D2CC06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619DD-52F8-485F-A7E7-4360569D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8630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Limited visual information creates uncertainty. Shoppers may abandon the product, search across several pages, or visit a physical store only to inspect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7BB20-F3DE-4A6D-AC29-D74ED0D1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947575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BADD8-1B94-40FC-8D0F-550B2FD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A0B22-15D4-47BD-838D-4F2A518B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D1783-9CEE-44B2-AE8D-164BA7D2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D2B97-1AA3-43E7-B89B-703A3FC8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4B0F6-C74A-4300-AC5A-F4F71DB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47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Browse static photos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BA00D-28B0-41E9-A915-34F6AB2C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4780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 checks a small set of fixed product angles.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E3EDC-AB26-4A1C-8ECB-A710E36B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9625B-9E35-4490-A61B-6B37B44E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93C1C-AC6C-4375-B651-47CBDCB3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Search for more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9CC19-53D4-4602-9BE9-B683DAED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0985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 opens other pages or asks shop staff questions.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B20F0-6EE8-4F34-BF45-B28985F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83DFE-C069-4F6F-B535-F1184940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EAD96-EAC4-468C-ABE8-6F3959A1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719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Guess before choosing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AFA74-BF91-4CEF-BBE8-2F57495F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7190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 decides without a complete view of the product.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54275-FDD6-4F69-8164-C1887D01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14CA8-5FE4-4DB5-A2D7-74D6A026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6A587-7784-47A7-A22D-CC691773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Visit the physical 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8A324-377D-47BF-AA6D-BEC9ACB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Some customers travel to inspect the shoe in person.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D1D1E-C4A7-49F2-A9E9-090A700D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6B440-59B2-46D0-9E65-73A13109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Main pain point: customers lack direct control over product inspection.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C2A6B-DF62-41E8-8F74-9A929301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279882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AAC76E-1D9A-4748-92A4-712E4CCD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0F980-369A-4787-B223-4ED83357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9B358-F4C7-43BD-8449-5F9D9260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85CD5-496B-4F01-8943-A84959B2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gives shoppers one focused path from discovery to a saved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1E4CF-E829-411B-AA5A-2B8BC93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D8110-77C7-465D-893A-38A262FC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065DC-C70C-459F-9FA0-93AAD363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Browse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81F3D-EAB4-443A-91CA-32B14208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Search and filter shoe catalog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4FD54-DD30-4049-BC90-1299C898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27E1C-318C-4957-ADD3-3561ACFC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1905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66DD3-4F8F-4B30-9251-283E8D49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A19EC-2F0D-411F-BC65-78592928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2C854-8A39-4BBD-B7BA-72CDDD45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Rotate and zoom 3D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325C5-3A74-4C9D-9F64-B98AEB09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3DB70-229F-4713-83FF-DBFB6987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FD1F0-46F8-4303-9281-AD0287B0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5E3AA-9636-4DC7-BCBE-3ECF3733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AA781-EE99-419B-BD52-2BDB363F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Switch available colors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70CC4-6318-49E0-A289-60414A73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BFFB1-2959-4109-B7AD-F7661525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87DD3-5911-430A-BF91-AF77587E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C60F1-D941-4C40-A9C6-E49C239C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B0CD70-7476-4D77-9215-EAF9B37B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Review products side by side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2A039-4EB4-4DAF-8B43-7E05ECB2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BAF53-E093-4C3D-A647-7C1BB94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DE7DC2-793B-41C4-BE93-31AB1DB5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B4171-6CCF-4BE2-BFCA-8993D81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6332D7-E6FF-4FAF-9D2D-5CFD8E5B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Keep preferred shoes in shortlist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0F6E0A-F998-4027-B216-ED826A4C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Owner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7653A5-98A3-4379-B313-1F8D12D3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6732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Add product details, upload a GLB model, preview it, then publish or update the shoe record.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E89F85-E2A2-4BE6-9EA8-76653C1E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804044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C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AD9C8-0F92-4639-BD73-5F30E93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Innovation and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7F775-787B-4CAA-A1F4-1F5073CB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F7C69-6545-48B0-A0A1-E13E02BF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72AEC-2E39-4171-9EBD-53ADE04E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Existing online shoe stores rely mainly on static product photos, which limit how customers inspect footwear before choosing.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4EBB2-ABE5-49BE-97D6-5A8ED957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7CB7D-7D6C-44DC-8977-F2732AC7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E7E5E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E7E5E4"/>
                </a:solidFill>
                <a:latin typeface="Aptos"/>
                <a:ea typeface="Aptos"/>
                <a:cs typeface="Aptos"/>
              </a:rPr>
              <a:t>SoleView improves this through interactive 3D viewing and direct product comparison. Customers can examine details from multiple angles and save better-informed choices.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51F67-A8B2-4457-882A-512B0D36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34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DA940-6FB5-4F3F-975A-8AECBEAE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Measurable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5C1B1-30D2-41E6-9E61-FB4D65C9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95925"/>
            <a:ext cx="7953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Compare task completion time and user confidence between static photos and SoleView's 3D workflow.</a:t>
            </a:r>
          </a:p>
        </p:txBody>
      </p:sp>
    </p:spTree>
    <p:extLst>
      <p:ext uri="{BB962C8B-B14F-4D97-AF65-F5344CB8AC3E}">
        <p14:creationId xmlns:p14="http://schemas.microsoft.com/office/powerpoint/2010/main" val="336718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CC45B-0E2B-444B-935B-6AF41D4C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Core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CAF09-EBC1-4A42-824E-DC18E741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06DE2-7017-4702-8275-3939C25D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6BFE5-1B8B-462D-B787-D99FEDB3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3B563-77DA-46F3-BCB1-A5A876C6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Interactive 3D viewer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05875-03BB-4586-92EB-394FD5B7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rotate, zoom, and switch available material variants while viewing each shoe.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301D7-389C-4B1F-BB84-26197B1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3830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9D0E0-2002-42DC-9E5C-3CA3765C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E6F8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BE6F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EFA72-3977-4644-8F1E-81AC004E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Comparison and shortlist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FE8D9-C59F-4A72-BD6E-148345CD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147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compare product details and save preferred shoes for later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319D6-D5FC-46DE-B59A-3DA9AFB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3830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FE019-1E7B-47E7-953C-9F3F14B9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71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59A95-070F-48E2-B2B7-EF0EA491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Owner catalog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24B79-7FA6-42B8-9671-5D724B31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147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Owner creates, updates, and removes products, images, variants, sizes, and GLB files.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1AB27-9F89-40A1-B8FC-3EBDC297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00A98-6816-42CF-81C1-56392FD5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Optional after core workflow works: product inquiry form and usage analytics.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F1BD5-6C8C-43ED-BA6E-9304B5D2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2067941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839A1-D617-454C-A035-D07EC012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7239D-12FB-4CBA-B31B-DAD3345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CF35B-7319-4854-9702-7DE76940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98196-3A62-46DE-9C1C-76494B54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197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7D648-3C7B-4ED0-9DEE-0A58E2A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197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4AE93-D693-48DA-A928-1805F984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1D9C2-3F4A-4726-9FB5-D52F185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476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 shoe catalog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Interactive GLB model viewing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Color and size information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Side-by-side product comparison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Persistent favorites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Owner product and model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6D40D-B270-4666-9F3A-7731FB9E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14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Excluded from first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60E5D-F90E-4805-9725-2656D0DF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4476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Real payment processing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Delivery and courier tracking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Augmented-reality fitting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Automatic foot-size scanning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Full accounting or physical POS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Automatic 3D model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ABF46-2598-41B1-A073-EE467882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System can store many products. Initial defense data will use several complete models so every model receives proper optimization and testing.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272D6-5B52-4DE8-B1D6-404BD735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753832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DE380-1BCC-4588-B599-EED8B9FB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UI design and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CD0A7-3799-46EE-BA33-7ACD5441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6EC72-30AE-4C30-9597-23A5EA07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B727F-1D0E-4F5F-AED2-50FF122C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Current product-detail screen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8589417a543ad"/>
          <a:stretch xmlns:a="http://schemas.openxmlformats.org/drawingml/2006/main"/>
        </p:blipFill>
        <p:spPr>
          <a:xfrm xmlns:a="http://schemas.openxmlformats.org/drawingml/2006/main">
            <a:off x="2034159" y="1762125"/>
            <a:ext cx="8123681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2E868-D039-48ED-A112-44A8D94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303678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C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AF6B4-F556-4156-B38F-2BD3F4C6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SOLEVIEW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D5055-AB67-4D76-8ADA-6EF74CB4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Closing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1C948-05B1-487E-A8E9-18E57A32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F4486-0155-4FFB-AD88-C70F482A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145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Static product photos limit shoe inspection.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7EE7F-CF26-416B-B9DE-11A65834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387CF-633A-4B24-B459-ACA55080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9070E-FDC6-4A55-88A3-37375407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956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Interactive 3D viewing supports closer product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11222-E9E8-4964-ACFB-BFBE97B9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0DE71-A2CB-4E23-B971-3862E780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Innovation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154C8-DF33-431F-AF45-2FC5A381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76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Customers control viewing angles and compare choices in one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81BEC-A7B3-40E8-8A3B-C7A5C6C4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A6209-45CA-4022-8F0A-3BF24EEC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D3119-09D0-4C73-83DC-A9C835DF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577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Focused showroom with owner-managed GLB models.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C7311-E2AF-4B2C-B978-529F7C77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6B3B7-1DEE-4DAF-ACE8-26540A32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86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1A4C5-0B21-4134-9D53-E301D5FD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2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A29E"/>
                </a:solidFill>
                <a:latin typeface="Aptos"/>
                <a:ea typeface="Aptos"/>
                <a:cs typeface="Aptos"/>
              </a:rPr>
              <a:t>Ready to explain workflow, 3D model handling, database plan, and project boundaries.</a:t>
            </a:r>
          </a:p>
        </p:txBody>
      </p:sp>
    </p:spTree>
    <p:extLst>
      <p:ext uri="{BB962C8B-B14F-4D97-AF65-F5344CB8AC3E}">
        <p14:creationId xmlns:p14="http://schemas.microsoft.com/office/powerpoint/2010/main" val="614474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2026-09-08T10:07:20.7530000Z</dcterms:created>
  <dcterms:modified xsi:type="dcterms:W3CDTF">2026-09-08T10:07:20.7540000Z</dcterms:modified>
</coreProperties>
</file>